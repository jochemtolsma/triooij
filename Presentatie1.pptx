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792F33-C2DB-BF78-3F56-52245DAE37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45A06067-B3AA-441C-00C9-39BD2E4E39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GB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4B10F76-CB5A-569B-AB03-DA96C8BA7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14824-C150-486C-AD39-5C3004DFDF1B}" type="datetimeFigureOut">
              <a:rPr lang="en-GB" smtClean="0"/>
              <a:t>04/09/2025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D58DF32-3E1F-06D1-588C-C3E334CC7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311EB0B-A344-3AED-30D6-5140B258D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9D08E-E2E5-4A59-8471-3A290CCF1D6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291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6B3BB2-13F3-7C07-DF3E-2C666E3B5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96C4B8B-365B-1EC7-F8C1-2798207CC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205129E-BD64-1B24-5826-31DC571FE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14824-C150-486C-AD39-5C3004DFDF1B}" type="datetimeFigureOut">
              <a:rPr lang="en-GB" smtClean="0"/>
              <a:t>04/09/2025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5192FFF-EDEB-1689-A552-67CE597D6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2AF4D73-5E44-1EDF-BA40-E5F44F58F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9D08E-E2E5-4A59-8471-3A290CCF1D6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7102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585983-2280-CEBD-A11A-74780B633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DC70DDB-03C0-6934-9EFE-9202951B2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AA326DF-1B21-1D4A-BC05-3BC5C4C03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14824-C150-486C-AD39-5C3004DFDF1B}" type="datetimeFigureOut">
              <a:rPr lang="en-GB" smtClean="0"/>
              <a:t>04/09/2025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2459CF9-FC5D-CBD7-52B8-F24C31B26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E3AADBE-CA81-E11E-C680-80E5D7261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9D08E-E2E5-4A59-8471-3A290CCF1D6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4964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580A37-AD7A-423E-5620-801800BAA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E80401F-5C5B-6A1F-84A1-B25FD258EA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D1B676E-FDDF-9A8E-3211-2BD5629D4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8352B36-2140-B42F-146F-41E9087FE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14824-C150-486C-AD39-5C3004DFDF1B}" type="datetimeFigureOut">
              <a:rPr lang="en-GB" smtClean="0"/>
              <a:t>04/09/2025</a:t>
            </a:fld>
            <a:endParaRPr lang="en-GB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CE4A94A-7A26-2781-72A9-EF933BF8A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11EF2BB-19D5-1DA6-39B3-A97917DCC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9D08E-E2E5-4A59-8471-3A290CCF1D6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8704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DC388A-11D9-F551-6610-CEA462030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92FC5CD-BE9B-14A2-E1D9-66AE7FB73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C67F0FC5-E21A-6231-B5A3-F2D9C27757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D0297B3-8718-6484-A0CD-04DB516AF6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4E201432-96AC-FE8D-4F77-FE5717CED3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A8D1472E-7638-4686-8F2E-67743F1BF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14824-C150-486C-AD39-5C3004DFDF1B}" type="datetimeFigureOut">
              <a:rPr lang="en-GB" smtClean="0"/>
              <a:t>04/09/2025</a:t>
            </a:fld>
            <a:endParaRPr lang="en-GB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25C72A3B-2164-0F7B-80D1-9BB97A0BB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3AB30807-F631-C14C-8004-9D6FE54A5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9D08E-E2E5-4A59-8471-3A290CCF1D6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0144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5E7BBF-3447-8A9A-4D8D-3D71B9BB7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BB6BCF0-5EE5-F23C-5CF1-FF6C2F031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14824-C150-486C-AD39-5C3004DFDF1B}" type="datetimeFigureOut">
              <a:rPr lang="en-GB" smtClean="0"/>
              <a:t>04/09/2025</a:t>
            </a:fld>
            <a:endParaRPr lang="en-GB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2B03E4B-AB36-283B-EDD1-A20FA76C9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A6CE8267-B093-9FFF-BBC7-BF7E4B057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9D08E-E2E5-4A59-8471-3A290CCF1D6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5847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B2B3A776-2930-687C-1B0C-7CEB9BFD8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14824-C150-486C-AD39-5C3004DFDF1B}" type="datetimeFigureOut">
              <a:rPr lang="en-GB" smtClean="0"/>
              <a:t>04/09/2025</a:t>
            </a:fld>
            <a:endParaRPr lang="en-GB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21DA5B26-658B-0431-3533-390463C2D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6CFFC83-5468-2979-96E9-AA82ED7B2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9D08E-E2E5-4A59-8471-3A290CCF1D6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7345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1A6A04-4C15-25F5-C973-89AD3CE2A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84F43D8-28BA-7702-7B52-E0D957447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715DC7A-8C74-3755-F51D-A78F63ECD3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C5A4CB4-7FCF-19F3-97C7-ACFE0E21F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14824-C150-486C-AD39-5C3004DFDF1B}" type="datetimeFigureOut">
              <a:rPr lang="en-GB" smtClean="0"/>
              <a:t>04/09/2025</a:t>
            </a:fld>
            <a:endParaRPr lang="en-GB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75EB996B-AB8C-64E9-65BE-DF242B393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231B7C4-7F69-05FD-B640-71FCB0A9F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9D08E-E2E5-4A59-8471-3A290CCF1D6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5724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9D08C0-EC1A-88BA-769B-7746013C2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5D4FC94D-37D6-045A-7DF5-4CF023A9B8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529E9A61-B54A-6FF9-9CC2-F53E0F9E7E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CEA9B74-BAED-2D59-8F50-CCCFCD7CC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14824-C150-486C-AD39-5C3004DFDF1B}" type="datetimeFigureOut">
              <a:rPr lang="en-GB" smtClean="0"/>
              <a:t>04/09/2025</a:t>
            </a:fld>
            <a:endParaRPr lang="en-GB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6BEE6F9-2051-BCF9-BF52-9B748FFC5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80F23E3-2261-A71B-9AEF-9DC2C8F8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9D08E-E2E5-4A59-8471-3A290CCF1D6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3409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8C5CAE-2E3A-43B4-C28A-B46E78D1A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230F8F0F-11D2-1330-1C4B-7AC887D126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F9226EC-0426-BDC8-D1B6-8D2EF6B57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14824-C150-486C-AD39-5C3004DFDF1B}" type="datetimeFigureOut">
              <a:rPr lang="en-GB" smtClean="0"/>
              <a:t>04/09/2025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C3BB196-D646-AD2D-6A1A-E767A968F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D9D15A0-98A4-9855-05F0-17276CBE9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9D08E-E2E5-4A59-8471-3A290CCF1D6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7981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CA04843E-A5E2-C10B-5B2F-BC548F8AC6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2D0D89D2-9BB0-17C8-E6FF-8286218211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B6A559F-4DA2-1B33-6E20-0852CDDB0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14824-C150-486C-AD39-5C3004DFDF1B}" type="datetimeFigureOut">
              <a:rPr lang="en-GB" smtClean="0"/>
              <a:t>04/09/2025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222B2AA-C230-C954-3A26-902A1852E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CA2AA71-D717-04CE-EDDF-2528FE064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9D08E-E2E5-4A59-8471-3A290CCF1D6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7408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97BAE62D-8A02-1A33-97DB-D558752DD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0EDEC2D-CD11-2C54-0799-1DA561AC5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2F2AD6D-E4C0-CBDB-BA1F-0EE6CAD4BE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114824-C150-486C-AD39-5C3004DFDF1B}" type="datetimeFigureOut">
              <a:rPr lang="en-GB" smtClean="0"/>
              <a:t>04/09/2025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4A007AD-9F1D-348E-22A7-1FC73CE848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0695A8C-D8EB-3AB4-D582-E75943C8D8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A9D08E-E2E5-4A59-8471-3A290CCF1D6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1222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0ABE25-C75B-487F-02DA-7A8E2ABF98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E815F972-0903-7846-C054-253742C4E7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CAB94CBC-C1C3-37B6-F21B-B8C9857AEF7E}"/>
              </a:ext>
            </a:extLst>
          </p:cNvPr>
          <p:cNvGrpSpPr/>
          <p:nvPr/>
        </p:nvGrpSpPr>
        <p:grpSpPr>
          <a:xfrm>
            <a:off x="944450" y="0"/>
            <a:ext cx="10303099" cy="6858000"/>
            <a:chOff x="944450" y="0"/>
            <a:chExt cx="10303099" cy="6858000"/>
          </a:xfrm>
        </p:grpSpPr>
        <p:pic>
          <p:nvPicPr>
            <p:cNvPr id="5" name="Afbeelding 4" descr="Afbeelding met buitenshuis, landschap, hemel, gras&#10;&#10;Automatisch gegenereerde beschrijving">
              <a:extLst>
                <a:ext uri="{FF2B5EF4-FFF2-40B4-BE49-F238E27FC236}">
                  <a16:creationId xmlns:a16="http://schemas.microsoft.com/office/drawing/2014/main" id="{66487F29-172E-10CF-0EB7-4EE12EA245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4450" y="0"/>
              <a:ext cx="10303099" cy="6858000"/>
            </a:xfrm>
            <a:prstGeom prst="rect">
              <a:avLst/>
            </a:prstGeom>
          </p:spPr>
        </p:pic>
        <p:sp>
          <p:nvSpPr>
            <p:cNvPr id="6" name="Tekstvak 5">
              <a:extLst>
                <a:ext uri="{FF2B5EF4-FFF2-40B4-BE49-F238E27FC236}">
                  <a16:creationId xmlns:a16="http://schemas.microsoft.com/office/drawing/2014/main" id="{68F93476-F220-B312-8C86-1876572BC905}"/>
                </a:ext>
              </a:extLst>
            </p:cNvPr>
            <p:cNvSpPr txBox="1"/>
            <p:nvPr/>
          </p:nvSpPr>
          <p:spPr>
            <a:xfrm>
              <a:off x="2733675" y="1219200"/>
              <a:ext cx="672465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NL" sz="4800" err="1">
                  <a:solidFill>
                    <a:schemeClr val="bg1"/>
                  </a:solidFill>
                  <a:latin typeface="Britannic"/>
                </a:rPr>
                <a:t>TriOoij</a:t>
              </a:r>
              <a:r>
                <a:rPr lang="nl-NL" sz="4800">
                  <a:solidFill>
                    <a:schemeClr val="bg1"/>
                  </a:solidFill>
                  <a:latin typeface="Britannic"/>
                </a:rPr>
                <a:t> </a:t>
              </a:r>
            </a:p>
            <a:p>
              <a:pPr algn="ctr"/>
              <a:r>
                <a:rPr lang="nl-NL" sz="4800">
                  <a:solidFill>
                    <a:schemeClr val="bg1"/>
                  </a:solidFill>
                  <a:latin typeface="Britannic"/>
                </a:rPr>
                <a:t>14 september 2025</a:t>
              </a:r>
              <a:endParaRPr lang="en-GB" sz="4800">
                <a:solidFill>
                  <a:schemeClr val="bg1"/>
                </a:solidFill>
                <a:latin typeface="Britanni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7418604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</Words>
  <Application>Microsoft Office PowerPoint</Application>
  <PresentationFormat>Breedbeeld</PresentationFormat>
  <Paragraphs>2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Britannic</vt:lpstr>
      <vt:lpstr>Kantoorthema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Tolsma, J. (Jochem)</dc:creator>
  <cp:lastModifiedBy>Tolsma, J. (Jochem)</cp:lastModifiedBy>
  <cp:revision>1</cp:revision>
  <dcterms:created xsi:type="dcterms:W3CDTF">2025-09-04T12:46:51Z</dcterms:created>
  <dcterms:modified xsi:type="dcterms:W3CDTF">2025-09-04T12:54:48Z</dcterms:modified>
</cp:coreProperties>
</file>